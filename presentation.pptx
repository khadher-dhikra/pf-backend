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524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du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| React + PHP | Architecture 3-Tiers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2860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TopG Team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429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004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429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2024-2025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316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Sous-tâches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121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25237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TT-59 — Page Mot de Passe Oublié (React)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3284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3284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TT-60 — Vérification de l'Email (PHP)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30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TT-61 — Génération du Token Sécurisé (PHP)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133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1330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TT-62 — Envoi Email Automatique (PHP)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535424"/>
            <a:ext cx="4572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4320" y="45354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535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TT-63 — Page Nouveau Mot de Passe (React)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TT-64 — Mise à Jour du Mot de Passe (PHP)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1316736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5488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1316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TT-65 — Tests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1719072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5488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1719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121408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54880" y="21214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2121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523744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54880" y="25237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2523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la Tâche Précédente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2926080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5488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des Fichiers Existants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328416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754880" y="33284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33284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 l'Équipe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3730752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75488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3730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4133088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754880" y="4133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03520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Finale du Projet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54880" y="4535424"/>
            <a:ext cx="457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754880" y="45354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0" y="45354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Précédente 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coordonnateur, je peux créer un compte étudiant afin que l'étudiant puisse accéder au système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Register.jsx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377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AuthController.php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788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User.php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2004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register.php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6118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2468880"/>
            <a:ext cx="457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3931920" cy="3474720"/>
          </a:xfrm>
          <a:prstGeom prst="rect">
            <a:avLst/>
          </a:prstGeom>
          <a:solidFill>
            <a:srgbClr val="2A2A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Actuelle 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463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qu'étudiant, je peux réinitialiser mon mot de passe depuis mon espace afin de récupérer l'accès en cas d'oubli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37744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166360" y="2377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ForgotPassword.jsx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78892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166360" y="2788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ResetPassword.jsx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2788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20040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66360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PasswordResetController.php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32004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61188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66360" y="36118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PasswordReset.php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36118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commune : table users (email + password)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tant qu'étudiant, je peux réinitialiser mon mot de passe depuis mon espace afin de récupérer l'accès en cas d'oubli 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60604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Qui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final du système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Possède un compte créé par le coordonnateur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606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Quoi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91840" y="29260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son mot de passe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son espace personnel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intervention du coordonnateur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606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0350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Pourquoi 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26480" y="29260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l'accès au système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d'oubli du mot de passe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de l'étudiant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d'acceptation : L'étudiant reçoit un email avec un lien sécurisé lui permettant de définir un nouveau mot de passe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Sous-tâches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22960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TT-59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Mot de passe oublié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· React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16128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0" y="11612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2296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196596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l'email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404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2 · PHP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16712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0" y="21671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2296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token sécurisé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3 · PHP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31729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0" y="31729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82296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397764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4023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email automatique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0432" y="4416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4 · PHP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417880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0" y="41788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96012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846320" y="960120"/>
            <a:ext cx="822960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46320" y="96012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42432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Nouveau mot de passe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42432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5 · React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116128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229600" y="11612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196596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46320" y="1965960"/>
            <a:ext cx="82296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46320" y="196596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42432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mot de passe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42432" y="2404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6 · PHP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216712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8229600" y="21671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2971800"/>
            <a:ext cx="429768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846320" y="2971800"/>
            <a:ext cx="82296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46320" y="297180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742432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42432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7 · Test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0" y="31729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8229600" y="31729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28800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ForgotPassword.jsx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ResetPassword.jsx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962656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Auth.jsx (modifié)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529584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 (modifié)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4096512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40965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(modifié)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2743200"/>
            <a:ext cx="18288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46120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46120" y="914400"/>
            <a:ext cx="27432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1828800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74720" y="1828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PasswordResetController.php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2395728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0" y="23957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verifierEmail()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55848" y="2962656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47472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genererToken()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3529584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47472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envoyerEmail()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55848" y="4096512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474720" y="40965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resetPassword()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2743200"/>
            <a:ext cx="18288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172200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172200" y="914400"/>
            <a:ext cx="27432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172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Models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81928" y="182880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00800" y="1828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PasswordReset.php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81928" y="2395728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00800" y="23957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password_resets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81928" y="2962656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40080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forgot-password.php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1928" y="3529584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00800" y="3529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reset-password.php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1928" y="4096512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400800" y="40965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config/database.php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: users (existante)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 AUTO_INCREMENT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3840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8105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2494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3840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6883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— bcrypt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1272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468880"/>
            <a:ext cx="4572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: password_resets (nouvelle)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371600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0" y="13716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3716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 AUTO_INCREMENT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810512"/>
            <a:ext cx="3840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0" y="181051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81051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249424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29200" y="224942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2494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688336"/>
            <a:ext cx="3840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29200" y="268833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268833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127248"/>
            <a:ext cx="3840480" cy="420624"/>
          </a:xfrm>
          <a:prstGeom prst="rect">
            <a:avLst/>
          </a:prstGeom>
          <a:solidFill>
            <a:srgbClr val="1E1E3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29200" y="31272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1272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TINYINT(1) DEFAULT 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566160"/>
            <a:ext cx="3840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029200" y="356616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5661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DEFAULT NOW()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password_resets ( id INT AUTO_INCREMENT PRIMARY KEY, email VARCHAR(255), token VARCHAR(255), expires_at DATETIME, used TINYINT(1) DEFAULT 0 );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TT-59 — Page Mot de Passe Oublié (React)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src/components/Auth/ForgotPassword.jsx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ForgotPassword({ toggleForm })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[email, setEmail]     = useState("");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[message, setMessage] = useState("");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[loading, setLoading] = useState(false);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async (e)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setLoading(true);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response = await fetch(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"http://localhost:8000/api/forgot-password.php",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method:"POST", headers:{"Content-Type":"application/json"},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body: JSON.stringify({ email })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response.json();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setMessage(data.message);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setLoading(false);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className="Ldiv"&gt;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&lt;form onSubmit={handleSubmit}&gt;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&lt;h1&gt;Forgot Password&lt;/h1&gt;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type="email" className="Tinput"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onChange={(e) =&gt; setEmail(e.target.value)} required 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className="Lbtn" disabled={loading}&gt;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{loading ? "Sending..." : "Send reset link"}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{message &amp;&amp; &lt;p&gt;{message}&lt;/p&gt;}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onClick={toggleForm} className="ToggBtn"&gt;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Back to Sign 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&lt;/form&gt;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email, message, loading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22402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 forgot-password.php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Tinput, Lbtn, ToggBtn (existantes)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vers la page Login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TT-60 — Vérification de l'Email (PHP)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controllers/PasswordResetController.php  →  verifierEmail()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TT-60 : Vérification de l'email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verifierEmail($email) {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Validation format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(empty($email) ||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!filter_var($email, FILTER_VALIDATE_EMAIL))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  =&gt; "error",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 =&gt; "Invalid email"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Recherche dans la base de données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$this-&gt;model-&gt;findUserByEmail($email);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Réponse générique pour la sécurité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(ne révèle pas si l'email existe)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(!$user)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  =&gt; "success",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 =&gt; "If this email exists,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 reset link will be sent"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$user; // Passer à TT-61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 FILTER_VALIDATE_EMAIL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224028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BDD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findUserByEmail() dans le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générique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anti-énumération d'emails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$user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à TT-61 de continuer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TT-61 — Génération du Token Sécurisé (PHP)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controllers/PasswordResetController.php  →  genererToken()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256032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TT-61 : Génération du token sécurisé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genererToken($email)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Token : 64 caractères aléatoires sécurisés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$token = bin2hex(random_bytes(32));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Expiration : 1 heure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$expiresAt = date('Y-m-d H:i:s',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time() + 3600);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Supprimer anciens tokens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$this-&gt;model-&gt;deleteOldTokens($email);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Sauvegarder le nouveau token en BDD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$this-&gt;model-&gt;saveToken($email,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$token,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$expiresAt);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$token; // Passer à TT-62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token généré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a8f2c1e4b9d7f3a2e5c8b1d4f6a9c2e5b8d1f4a7c0e3b6d9f2a5c8e1b4d7f0a3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897880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random_bytes(32)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Cryptographiquement sécurisé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1984248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897880" y="2002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bin2hex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258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caractères hexadécimaux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2642616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897880" y="2660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1h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9169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time() + 3600 secondes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3300984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97880" y="3319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unique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575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les anciens tokens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TT-62 — Envoi Email Automatique (PHP)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models/PasswordReset.php  →  sendResetEmail()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TT-62 : Envoi de l'email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sendResetEmail($email, $token) {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$resetLink = "http://localhost:5173/" .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"reset-password?token=" . $token;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      = $email;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$subject = "Password Reset - TopG Team";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$message = 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&lt;h3&gt;Password Reset Request&lt;/h3&gt;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&lt;p&gt;Click the link below:&lt;/p&gt;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href='{$resetLink}'&gt;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Reset my password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&lt;p&gt;This link expires in 1 hour.&lt;/p&gt;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&lt;p&gt;If you did not request this,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ignore this email.&lt;/p&gt;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$headers  = "MIME-Version: 1.0\r\n";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$headers .= "Content-Type: text/html;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charset=UTF-8\r\n";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$headers .= "From: no-reply@topgteam.com\r\n";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mail($to, $subject,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$message, $headers);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reset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avec token en paramètre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224028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formaté avec lien cliquable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MIME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HTML + From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native PHP d'envoi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TT-63 — Page Nouveau Mot de Passe (React)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src/components/Auth/ResetPassword.jsx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ResetPassword()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[formData, setFormData] = useState({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 "", confirmPassword: ""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[message, setMessage] = useState("");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[loading, setLoading] = useState(false);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Récupérer token depuis l'URL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new URLSearchParams(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window.location.search).get("token");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async (e)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(formData.password !==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formData.confirmPassword)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setMessage("Passwords do not match");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(formData.password.length &lt; 8)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setMessage("Minimum 8 characters");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response = await fetch(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"http://localhost:8000/api/reset-password.php",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method:"POST",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headers:{"Content-Type":"application/json"},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body: JSON.stringify({ token,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formData.password })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response.json();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(data.status === "success")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setMessage("Password reset ✅");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setTimeout(() =&gt; window.location.href="/", 2000);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setMessage(data.message);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URLSearchParams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le token depuis l'URL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22402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frontend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&gt;= 8 chars + confirmation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 reset-password.php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2971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7315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auto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/ après succès (2 secondes)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TT-64 — Mise à Jour du Mot de Passe (PHP)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controllers/PasswordResetController.php  →  resetPassword()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035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TT-64 : Mise à jour du mot de passe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resetPassword($data) {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$token    = trim($data['token']    ?? '');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$password = trim($data['password'] ?? '');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Validations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(empty($token) || empty($password))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json_encode(["status"=&gt;"error",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"message"=&gt;"Missing data"]);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(strlen($password) &lt; 8)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json_encode(["status"=&gt;"error",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"message"=&gt;"Min 8 characters"]);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Vérifier token : valide + non expiré + non utilisé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$reset = $this-&gt;model-&gt;findValidToken($token);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(!$reset)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json_encode(["status"=&gt;"error",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"message"=&gt;"Invalid or expired link"]);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Hash bcrypt + mise à jour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$hashed = password_hash($password,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PASSWORD_DEFAULT);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$this-&gt;model-&gt;updatePassword($reset['email'],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$hashed);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Invalider le token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$this-&gt;model-&gt;markTokenUsed($token);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json_encode(["status"=&gt;"success",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"message"=&gt;"Password reset successfully"]);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données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password obligatoires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224028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findValidToken()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: exists + !used + !expired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bcrypt PASSWORD_DEFAULT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2971800" cy="804672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markTokenUsed()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Invalide le token après usage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TT-65 — Tests Complets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95097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invalide (format)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: Email invalide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9144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411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71907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inexistant en BDD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4825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générique (sécurité)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7190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411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52374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5603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valide soumis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28529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reçu avec lien reset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25237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328416"/>
            <a:ext cx="411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3284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3649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valide cliqué (&lt;1h)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3657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reset password affichée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6120" y="332841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411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13308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169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expiré (&gt;1h)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44622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invalide ou expiré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46120" y="41330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54880" y="914400"/>
            <a:ext cx="411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54880" y="9144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95097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déjà utilisé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12435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invalide ou expiré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9144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171907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754880" y="1719072"/>
            <a:ext cx="411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54880" y="171907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17556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&lt; 8 caractères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204825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validation frontend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26680" y="17190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52374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754880" y="2523744"/>
            <a:ext cx="411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54880" y="252374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25603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≠ confirmation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30368" y="28529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do not match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26680" y="25237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32841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754880" y="3328416"/>
            <a:ext cx="411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54880" y="33284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33649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valide soumis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30368" y="3657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vers login ✅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726680" y="332841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005840"/>
            <a:ext cx="749808" cy="7498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75488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43584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50392" y="1755648"/>
            <a:ext cx="1828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Forgot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91640" y="1005840"/>
            <a:ext cx="749808" cy="7498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691640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59736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066544" y="1755648"/>
            <a:ext cx="1828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490472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490472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email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07792" y="1005840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907792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75888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82696" y="1755648"/>
            <a:ext cx="1828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06624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06624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vérifie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BDD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23944" y="1005840"/>
            <a:ext cx="749808" cy="7498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23944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92040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498848" y="1755648"/>
            <a:ext cx="18288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922776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922776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64ch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0096" y="1005840"/>
            <a:ext cx="749808" cy="7498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340096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108192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715000" y="1755648"/>
            <a:ext cx="18288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138928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138928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l'email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56248" y="1005840"/>
            <a:ext cx="749808" cy="7498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556248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324344" y="1353312"/>
            <a:ext cx="24688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931152" y="1755648"/>
            <a:ext cx="1828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355080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55080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0" y="1005840"/>
            <a:ext cx="749808" cy="7498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772400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147304" y="1755648"/>
            <a:ext cx="1828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571232" y="1920240"/>
            <a:ext cx="1170432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571232" y="192024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MDP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017520"/>
            <a:ext cx="8595360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—  Mot de passe hashé (bcrypt) mis à jour en BDD · Token marqué comme utilisé · Étudiant redirigé vers Login ✅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859536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Token : bin2hex(random_bytes(32)) · Expiration 1h · Usage unique · Hash bcrypt · Réponse générique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Token aléatoire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bin2hex(random_bytes(32)) — cryptographiquement sécurisé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caractères hexadécimaux impossibles à deviner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Expiration 1 heure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expires_at = time() + 3600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automatiquement rejeté après 1 heure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Usage unique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813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= 1 après utilisation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réutiliser le même lien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Hash bcrypt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password_hash($pwd, PASSWORD_DEFAULT)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jamais stocké en clair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4612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Réponse générique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message si email existe ou non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Prévient l'énumération d'emails (anti-brute force)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21792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 double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4015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 + Backend (PHP)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couche de validation des données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la Tâche Précédente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modifiés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82296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✏️  Auth.jsx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page='forgot' + goToForgot() + import ForgotPassword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✏️  login.jsx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prop goToForgot + bouton 'Forgot password'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822960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✏️  App.jsx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détection /reset-password + composant ResetPassword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Fichiers non touchés : register.jsx · Auth.css · database.php · User.php · AuthController.php · login.php · register.php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 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731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85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7452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Fichier(s)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32461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08076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7315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3258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Dhikra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khadher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1325880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05840" y="132588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TT-59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32588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ForgotPassword.jsx + Auth.jsx + login.jsx + App.jsx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380744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035040" y="13807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TT-59-forgot-password-page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856232"/>
            <a:ext cx="8595360" cy="475488"/>
          </a:xfrm>
          <a:prstGeom prst="rect">
            <a:avLst/>
          </a:prstGeom>
          <a:solidFill>
            <a:srgbClr val="F3F2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1856232"/>
            <a:ext cx="7315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185623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Afnen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hcini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1856232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05840" y="185623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185623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PasswordResetController.php (structure + verifierEmail)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911096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035040" y="1911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TT-60-verifier-email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38658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2386584"/>
            <a:ext cx="7315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238658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saadouli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5840" y="2386584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005840" y="238658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238658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PasswordResetController.php (genererToken)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2441448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035040" y="2441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TT-61-generer-token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2916936"/>
            <a:ext cx="8595360" cy="475488"/>
          </a:xfrm>
          <a:prstGeom prst="rect">
            <a:avLst/>
          </a:prstGeom>
          <a:solidFill>
            <a:srgbClr val="F3F2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74320" y="2916936"/>
            <a:ext cx="7315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4320" y="291693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Jebali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" y="2916936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05840" y="291693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0" y="2916936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PasswordReset.php (sendResetEmail) + forgot-password.php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971800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03504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TT-62-envoyer-email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44728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81354" y="3447288"/>
            <a:ext cx="7315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6" name="Text 44"/>
          <p:cNvSpPr/>
          <p:nvPr/>
        </p:nvSpPr>
        <p:spPr>
          <a:xfrm>
            <a:off x="274320" y="344728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Dhikra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khadher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05840" y="3447288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005840" y="344728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28800" y="344728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ResetPassword.jsx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3502152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035040" y="3502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TT-63-reset-password-page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977640"/>
            <a:ext cx="8595360" cy="475488"/>
          </a:xfrm>
          <a:prstGeom prst="rect">
            <a:avLst/>
          </a:prstGeom>
          <a:solidFill>
            <a:srgbClr val="F3F2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274320" y="3977640"/>
            <a:ext cx="731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4" name="Text 52"/>
          <p:cNvSpPr/>
          <p:nvPr/>
        </p:nvSpPr>
        <p:spPr>
          <a:xfrm>
            <a:off x="274320" y="397764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Omheni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wael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05840" y="3977640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1005840" y="39776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828800" y="397764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PasswordResetController.php (resetPassword) + PasswordReset.php + reset-password.php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35040" y="4032504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6035040" y="4032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TT-64-update-password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50799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274320" y="4507992"/>
            <a:ext cx="7315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274320" y="450799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Louay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Messouadi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05840" y="4507992"/>
            <a:ext cx="777240" cy="475488"/>
          </a:xfrm>
          <a:prstGeom prst="rect">
            <a:avLst/>
          </a:prstGeom>
          <a:solidFill>
            <a:srgbClr val="F0EE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005840" y="450799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TT-65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828800" y="450799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tous les cas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35040" y="4562856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6035040" y="45628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 TT-65-tests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— Étape par Étape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Cloner le projet (1 seule fois)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1978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https://github.com/Khadher-Dhikra/TP2-Back.git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TP2-Back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Avant de commencer (TOUJOURS !)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3500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Créer sa branche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7340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TT-59-forgot-password-page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Coder son fichier...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3101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5021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Sauvegarder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941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8862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"TT-59 : forgot password page"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0782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270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Envoyer sur GitHub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4622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TT-59-forgot-password-page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98755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61888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61888" y="11887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TP2-Back une seule fois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0136" y="137160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486400" y="153619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0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61888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61888" y="1737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avant de commencer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0136" y="192024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486400" y="20848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8640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61888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61888" y="22860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sa branche TT-XX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0136" y="246888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486400" y="263347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486400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61888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61888" y="2834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fichier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0136" y="301752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486400" y="31821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48640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61888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61888" y="3383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son travail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0136" y="356616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5486400" y="373075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48640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61888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61888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sur GitHub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0136" y="4114800"/>
            <a:ext cx="1828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5486400" y="4279392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48640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61888" y="4251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61888" y="4480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le merge au responsable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1E3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Règle d'or : Ne jamais travailler directement sur main  |  Toujours git pull avant de commencer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complète · React + PHP · Architecture 3-Tiers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572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sous-tâches découpées et distribuées à l'équipe (Dev 1 à Dev 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78308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token 64 chars · expiration 1h · usage unique · hash bcrypt · réponse générique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572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28600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 : React (frontend) / PHP Controller / MySQL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45720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 collaboratif : 1 branche par sous-tâche · Pull Request · Merge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5720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2918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le projet existant : même DB, même style de code, 3 fichiers modifiés seulement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8412480" cy="420624"/>
          </a:xfrm>
          <a:prstGeom prst="rect">
            <a:avLst/>
          </a:prstGeom>
          <a:solidFill>
            <a:srgbClr val="2A2A3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457200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79476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cas de tests couvrant : validation, sécurité, expiration, usage unique, redirection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TopG Team  —  Année universitaire 2024-2025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2876</Words>
  <Application>Microsoft Office PowerPoint</Application>
  <PresentationFormat>Affichage à l'écran (16:9)</PresentationFormat>
  <Paragraphs>609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Réinitialisation du mot de passe</dc:title>
  <dc:subject>PptxGenJS Presentation</dc:subject>
  <dc:creator>PptxGenJS</dc:creator>
  <cp:lastModifiedBy>Dhikra khadher</cp:lastModifiedBy>
  <cp:revision>2</cp:revision>
  <dcterms:created xsi:type="dcterms:W3CDTF">2026-04-01T07:58:19Z</dcterms:created>
  <dcterms:modified xsi:type="dcterms:W3CDTF">2026-04-01T10:55:26Z</dcterms:modified>
</cp:coreProperties>
</file>