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Réinitialisation du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| React + PHP | Architecture 3-Tiers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22860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834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TopG Team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4F46E5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4290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342900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4F46E5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34290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00400" y="342900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4F46E5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34290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0" y="342900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4F46E5">
              <a:alpha val="7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342900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universitaire 2024-2025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9144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316736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31673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31673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719072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1907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17190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 en Sous-tâches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121408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1214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12140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52374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252374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2926080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926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29260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TT-59 — Page Mot de Passe Oublié (React)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328416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332841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" y="332841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TT-60 — Vérification de l'Email (PHP)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730752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7307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7307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TT-61 — Génération du Token Sécurisé (PHP)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133088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13308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413308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TT-62 — Envoi Email Automatique (PHP)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4320" y="4535424"/>
            <a:ext cx="4572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53542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2960" y="453542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TT-63 — Page Nouveau Mot de Passe (React)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914400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914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03520" y="9144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TT-64 — Mise à Jour du Mot de Passe (PHP)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54880" y="1316736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131673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303520" y="131673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TT-65 — Tests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54880" y="1719072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171907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03520" y="171907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Complet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54880" y="2121408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21214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303520" y="212140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0" y="2523744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54880" y="252374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303520" y="252374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avec la Tâche Précédente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754880" y="2926080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54880" y="2926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03520" y="29260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Modifications des Fichiers Existants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754880" y="3328416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54880" y="332841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303520" y="3328416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 l'Équipe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754880" y="3730752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54880" y="373075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303520" y="3730752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GitHub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754880" y="4133088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54880" y="413308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303520" y="41330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Finale du Projet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4754880" y="4535424"/>
            <a:ext cx="457200" cy="320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54880" y="453542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303520" y="4535424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474720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Précédente ✅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tant que coordonnateur, je peux créer un compte étudiant afin que l'étudiant puisse accéder au système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377440"/>
            <a:ext cx="54864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377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Register.jsx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34640" y="237744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React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788920"/>
            <a:ext cx="54864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7889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AuthController.php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78892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PHP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200400"/>
            <a:ext cx="54864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00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User.php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34640" y="320040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611880"/>
            <a:ext cx="54864" cy="29260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6118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611880"/>
            <a:ext cx="1188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2468880"/>
            <a:ext cx="4572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37760" y="914400"/>
            <a:ext cx="3931920" cy="3474720"/>
          </a:xfrm>
          <a:prstGeom prst="rect">
            <a:avLst/>
          </a:prstGeom>
          <a:solidFill>
            <a:srgbClr val="2A2A3E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914400"/>
            <a:ext cx="3931920" cy="4572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9144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Actuelle 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0" y="146304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tant qu'étudiant, je peux réinitialiser mon mot de passe depuis mon espace afin de récupérer l'accès en cas d'oubli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2377440"/>
            <a:ext cx="54864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237744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ForgotPassword.jsx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0" y="2377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React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29200" y="2788920"/>
            <a:ext cx="54864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66360" y="278892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ResetPassword.jsx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80960" y="278892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React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3200400"/>
            <a:ext cx="54864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66360" y="320040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PasswordResetController.php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680960" y="320040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PHP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029200" y="3611880"/>
            <a:ext cx="54864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66360" y="36118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PasswordReset.php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680960" y="36118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4320" y="457200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commune : table users (email + password)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7C3AED">
              <a:alpha val="85000"/>
            </a:srgbClr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137160" cy="1188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0584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D1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En tant qu'étudiant, je peux réinitialiser mon mot de passe depuis mon espace afin de récupérer l'accès en cas d'oubli »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468880"/>
            <a:ext cx="2606040" cy="4572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Qui 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26060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292608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L'étudiant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 final du système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Possède un compte créé par le coordonnateur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2468880"/>
            <a:ext cx="260604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Quoi 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060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91840" y="292608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Réinitialiser son mot de passe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son espace personnel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intervention du coordonnateur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2468880"/>
            <a:ext cx="260604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2468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Pourquoi 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35040" y="2926080"/>
            <a:ext cx="26060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26480" y="2926080"/>
            <a:ext cx="2423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Récupérer l'accès au système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d'oubli du mot de passe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 de l'étudiant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 d'acceptation : L'étudiant reçoit un email avec un lien sécurisé lui permettant de définir un nouveau mot de passe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 en Sous-tâches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822960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TT-59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70432" y="10058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Mot de passe oublié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70432" y="1399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1 · React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16128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4F46E5">
              <a:alpha val="70000"/>
            </a:srgbClr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116128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96596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965960"/>
            <a:ext cx="822960" cy="8046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196596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70432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de l'email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70432" y="24048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2 · PHP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0" y="216712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16712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71800"/>
            <a:ext cx="822960" cy="8046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97180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token sécurisé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70432" y="34107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3 · PHP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17296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0" y="317296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97764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74320" y="3977640"/>
            <a:ext cx="822960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97764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70432" y="402336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email automatique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70432" y="44165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· PHP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0" y="417880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D97706">
              <a:alpha val="70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0" y="417880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96012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960120"/>
            <a:ext cx="822960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96012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742432" y="10058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Nouveau mot de passe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742432" y="1399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5 · React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0" y="116128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4F46E5">
              <a:alpha val="70000"/>
            </a:srgbClr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0" y="116128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196596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846320" y="1965960"/>
            <a:ext cx="822960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46320" y="196596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TT-64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742432" y="20116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du mot de passe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42432" y="240487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6 · PHP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229600" y="216712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10B981">
              <a:alpha val="7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29600" y="216712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0" y="2971800"/>
            <a:ext cx="429768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846320" y="2971800"/>
            <a:ext cx="822960" cy="8046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2971800"/>
            <a:ext cx="8229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TT-65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742432" y="30175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742432" y="341071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7 · Test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0" y="3172968"/>
            <a:ext cx="777240" cy="365760"/>
          </a:xfrm>
          <a:prstGeom prst="roundRect">
            <a:avLst>
              <a:gd name="adj" fmla="val 15000"/>
            </a:avLst>
          </a:prstGeom>
          <a:solidFill>
            <a:srgbClr val="EF4444">
              <a:alpha val="7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229600" y="3172968"/>
            <a:ext cx="777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27432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React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" y="1828800"/>
            <a:ext cx="54864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288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ForgotPassword.jsx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54864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957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ResetPassword.jsx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962656"/>
            <a:ext cx="54864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6265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Auth.jsx (modifié)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3529584"/>
            <a:ext cx="54864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29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login.jsx (modifié)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4096512"/>
            <a:ext cx="54864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0965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App.jsx (modifié)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063240" y="2743200"/>
            <a:ext cx="18288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46120" y="914400"/>
            <a:ext cx="274320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Logique Métier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46120" y="1417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PHP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55848" y="1828800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0" y="18288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PasswordResetController.php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355848" y="2395728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0" y="23957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verifierEmail()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355848" y="2962656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296265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genererToken()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55848" y="3529584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0" y="3529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envoyerEmail()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55848" y="4096512"/>
            <a:ext cx="54864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0" y="40965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resetPassword()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989320" y="2743200"/>
            <a:ext cx="182880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72200" y="914400"/>
            <a:ext cx="27432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72200" y="914400"/>
            <a:ext cx="2743200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7220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172200" y="1417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+ Models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81928" y="1828800"/>
            <a:ext cx="5486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8288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PasswordReset.php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281928" y="2395728"/>
            <a:ext cx="5486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957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password_resets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81928" y="2962656"/>
            <a:ext cx="5486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96265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forgot-password.php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81928" y="3529584"/>
            <a:ext cx="5486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52958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reset-password.php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81928" y="4096512"/>
            <a:ext cx="5486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0" y="409651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config/database.php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: users (existante)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3840480" cy="420624"/>
          </a:xfrm>
          <a:prstGeom prst="rect">
            <a:avLst/>
          </a:prstGeom>
          <a:solidFill>
            <a:srgbClr val="1E1E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1371600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PK AUTO_INCREMENT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3840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1051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1810512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VARCHAR(100)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249424"/>
            <a:ext cx="3840480" cy="420624"/>
          </a:xfrm>
          <a:prstGeom prst="rect">
            <a:avLst/>
          </a:prstGeom>
          <a:solidFill>
            <a:srgbClr val="1E1E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4942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24942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VARCHAR(100) UNIQUE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88336"/>
            <a:ext cx="3840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8833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2688336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VARCHAR(255) — bcrypt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127248"/>
            <a:ext cx="3840480" cy="420624"/>
          </a:xfrm>
          <a:prstGeom prst="rect">
            <a:avLst/>
          </a:prstGeom>
          <a:solidFill>
            <a:srgbClr val="1E1E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2724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12724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VARCHAR(50)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2468880"/>
            <a:ext cx="4572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914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: password_resets (nouvelle)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37760" y="1371600"/>
            <a:ext cx="3840480" cy="420624"/>
          </a:xfrm>
          <a:prstGeom prst="rect">
            <a:avLst/>
          </a:prstGeom>
          <a:solidFill>
            <a:srgbClr val="1E1E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1371600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137160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PK AUTO_INCREMENT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1810512"/>
            <a:ext cx="3840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1810512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55080" y="1810512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VARCHAR(255)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37760" y="2249424"/>
            <a:ext cx="3840480" cy="420624"/>
          </a:xfrm>
          <a:prstGeom prst="rect">
            <a:avLst/>
          </a:prstGeom>
          <a:solidFill>
            <a:srgbClr val="1E1E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2249424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2249424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VARCHAR(255)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2688336"/>
            <a:ext cx="3840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2688336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expires_at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55080" y="2688336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3127248"/>
            <a:ext cx="3840480" cy="420624"/>
          </a:xfrm>
          <a:prstGeom prst="rect">
            <a:avLst/>
          </a:prstGeom>
          <a:solidFill>
            <a:srgbClr val="1E1E35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0" y="3127248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55080" y="3127248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TINYINT(1) DEFAULT 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937760" y="3566160"/>
            <a:ext cx="3840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0" y="3566160"/>
            <a:ext cx="1280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created_at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55080" y="3566160"/>
            <a:ext cx="22860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DEFAULT NOW()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65760" y="4526280"/>
            <a:ext cx="841248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526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password_resets ( id INT AUTO_INCREMENT PRIMARY KEY, email VARCHAR(255), token VARCHAR(255), expires_at DATETIME, used TINYINT(1) DEFAULT 0 );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TT-59 — Page Mot de Passe Oublié (React)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src/components/Auth/ForgotPassword.jsx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303520" cy="36118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51206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"react";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default function ForgotPassword({ toggleForm })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[email, setEmail]     = useState("");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[message, setMessage] = useState("");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[loading, setLoading] = useState(false);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handleSubmit = async (e) =&gt;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e.preventDefault();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setLoading(true);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response = await fetch(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"http://localhost:8000/api/forgot-password.php",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method:"POST", headers:{"Content-Type":"application/json"},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JSON.stringify({ email })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data = await response.json();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setMessage(data.message);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setLoading(false);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className="Ldiv"&gt;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&lt;form onSubmit={handleSubmit}&gt;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&lt;h1&gt;Forgot Password&lt;/h1&gt;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&lt;input type="email" className="Tinput"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onChange={(e) =&gt; setEmail(e.target.value)} required /&gt;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&lt;button className="Lbtn" disabled={loading}&gt;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{loading ? "Sending..." : "Send reset link"}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&lt;/button&gt;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{message &amp;&amp; &lt;p&gt;{message}&lt;/p&gt;}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&lt;button onClick={toggleForm} className="ToggBtn"&gt;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Back to Sign in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&lt;/button&gt;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&lt;/form&gt;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&lt;/div&gt;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806440" y="13258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06440" y="13258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useState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1691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Gère email, message, loading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2402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06440" y="22402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POST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6060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API forgot-password.php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06440" y="31546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31546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CSS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35204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Tinput, Lbtn, ToggBtn (existantes)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06440" y="40690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40690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toggleForm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44348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vers la page Login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TT-60 — Vérification de l'Email (PHP)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controllers/PasswordResetController.php  →  verifierEmail()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303520" cy="3611880"/>
          </a:xfrm>
          <a:prstGeom prst="rect">
            <a:avLst/>
          </a:prstGeom>
          <a:solidFill>
            <a:srgbClr val="1A1A2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51206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TT-60 : Vérification de l'email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verifierEmail($email) {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Validation format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(empty($email) ||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!filter_var($email, FILTER_VALIDATE_EMAIL)) 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json_encode([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"status"  =&gt; "error",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"message" =&gt; "Invalid email"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]);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Recherche dans la base de données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$user = $this-&gt;model-&gt;findUserByEmail($email);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Réponse générique pour la sécurité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(ne révèle pas si l'email existe)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(!$user) {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json_encode([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"status"  =&gt; "success",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"message" =&gt; "If this email exists,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a reset link will be sent"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]);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null;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indent="0" marL="0">
              <a:buNone/>
            </a:pP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$user; // Passer à TT-61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806440" y="13258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06440" y="1325880"/>
            <a:ext cx="73152" cy="8046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format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1691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filter_var FILTER_VALIDATE_EMAIL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2402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06440" y="2240280"/>
            <a:ext cx="73152" cy="8046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BDD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6060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findUserByEmail() dans le Model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06440" y="31546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3154680"/>
            <a:ext cx="73152" cy="8046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générique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35204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anti-énumération d'emails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06440" y="40690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4069080"/>
            <a:ext cx="73152" cy="8046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$user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44348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à TT-61 de continuer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TT-61 — Génération du Token Sécurisé (PHP)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controllers/PasswordResetController.php  →  genererToken()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303520" cy="2560320"/>
          </a:xfrm>
          <a:prstGeom prst="rect">
            <a:avLst/>
          </a:prstGeom>
          <a:solidFill>
            <a:srgbClr val="1A1A2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TT-61 : Génération du token sécurisé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genererToken($email) {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Token : 64 caractères aléatoires sécurisés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$token = bin2hex(random_bytes(32));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Expiration : 1 heure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$expiresAt = date('Y-m-d H:i:s',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time() + 3600);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Supprimer anciens tokens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$this-&gt;model-&gt;deleteOldTokens($email);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Sauvegarder le nouveau token en BDD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$this-&gt;model-&gt;saveToken($email,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$token,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$expiresAt);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$token; // Passer à TT-62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65760" y="3977640"/>
            <a:ext cx="8412480" cy="822960"/>
          </a:xfrm>
          <a:prstGeom prst="rect">
            <a:avLst/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token généré 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a8f2c1e4b9d7f3a2e5c8b1d4f6a9c2e5b8d1f4a7c0e3b6d9f2a5c8e1b4d7f0a3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06440" y="1325880"/>
            <a:ext cx="29718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97880" y="13441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random_bytes(32)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7880" y="1600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Cryptographiquement sécurisé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06440" y="1984248"/>
            <a:ext cx="29718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97880" y="200253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bin2hex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97880" y="22585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caractères hexadécimaux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806440" y="2642616"/>
            <a:ext cx="29718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266090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Expiration 1h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897880" y="291693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time() + 3600 secondes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806440" y="3300984"/>
            <a:ext cx="29718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97880" y="33192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unique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897880" y="357530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les anciens tokens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TT-62 — Envoi Email Automatique (PHP)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models/PasswordReset.php  →  sendResetEmail()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303520" cy="3611880"/>
          </a:xfrm>
          <a:prstGeom prst="rect">
            <a:avLst/>
          </a:prstGeom>
          <a:solidFill>
            <a:srgbClr val="1A1A2E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51206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TT-62 : Envoi de l'email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sendResetEmail($email, $token) {</a:t>
            </a:r>
            <a:endParaRPr lang="en-US" sz="780" dirty="0"/>
          </a:p>
          <a:p>
            <a:pPr indent="0" marL="0">
              <a:buNone/>
            </a:pP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$resetLink = "http://localhost:5173/" .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"reset-password?token=" . $token;</a:t>
            </a:r>
            <a:endParaRPr lang="en-US" sz="780" dirty="0"/>
          </a:p>
          <a:p>
            <a:pPr indent="0" marL="0">
              <a:buNone/>
            </a:pP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$to      = $email;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$subject = "Password Reset - TopG Team";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$message = "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&lt;h3&gt;Password Reset Request&lt;/h3&gt;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&lt;p&gt;Click the link below:&lt;/p&gt;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 href='{$resetLink}'&gt;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Reset my password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&lt;/a&gt;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&lt;p&gt;This link expires in 1 hour.&lt;/p&gt;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&lt;p&gt;If you did not request this,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ignore this email.&lt;/p&gt;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$headers  = "MIME-Version: 1.0\r\n";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$headers .= "Content-Type: text/html;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charset=UTF-8\r\n";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$headers .= "From: no-reply@topgteam.com\r\n";</a:t>
            </a:r>
            <a:endParaRPr lang="en-US" sz="780" dirty="0"/>
          </a:p>
          <a:p>
            <a:pPr indent="0" marL="0">
              <a:buNone/>
            </a:pP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mail($to, $subject,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$message, $headers);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5806440" y="13258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06440" y="1325880"/>
            <a:ext cx="73152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de reset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1691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avec token en paramètre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2402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06440" y="2240280"/>
            <a:ext cx="73152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email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6060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formaté avec lien cliquable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06440" y="31546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3154680"/>
            <a:ext cx="73152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MIME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35204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Content-Type HTML + From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06440" y="40690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4069080"/>
            <a:ext cx="73152" cy="8046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44348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native PHP d'envoi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TT-63 — Page Nouveau Mot de Passe (React)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solidFill>
            <a:srgbClr val="EFF6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src/components/Auth/ResetPassword.jsx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303520" cy="3611880"/>
          </a:xfrm>
          <a:prstGeom prst="rect">
            <a:avLst/>
          </a:prstGeom>
          <a:solidFill>
            <a:srgbClr val="1A1A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51206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default function ResetPassword()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[formData, setFormData] = useState({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password: "", confirmPassword: ""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[message, setMessage] = useState("");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[loading, setLoading] = useState(false);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Récupérer token depuis l'URL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token = new URLSearchParams(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window.location.search).get("token");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handleSubmit = async (e) =&gt;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e.preventDefault();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(formData.password !==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formData.confirmPassword)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setMessage("Passwords do not match");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(formData.password.length &lt; 8)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setMessage("Minimum 8 characters");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response = await fetch(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"http://localhost:8000/api/reset-password.php",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method:"POST",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headers:{"Content-Type":"application/json"},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body: JSON.stringify({ token,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password: formData.password })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data = await response.json();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(data.status === "success") {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setMessage("Password reset ✅");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setTimeout(() =&gt; window.location.href="/", 2000);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 else { setMessage(data.message); }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806440" y="13258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06440" y="13258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URLSearchParams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1691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Récupère le token depuis l'URL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2402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06440" y="22402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frontend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6060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&gt;= 8 chars + confirmation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06440" y="31546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31546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POST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35204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API reset-password.php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06440" y="4069080"/>
            <a:ext cx="2971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4069080"/>
            <a:ext cx="73152" cy="80467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 auto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44348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/ après succès (2 secondes)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TT-64 — Mise à Jour du Mot de Passe (PHP)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 controllers/PasswordResetController.php  →  resetPassword()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5303520" cy="3611880"/>
          </a:xfrm>
          <a:prstGeom prst="rect">
            <a:avLst/>
          </a:prstGeom>
          <a:solidFill>
            <a:srgbClr val="1A1A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512064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TT-64 : Mise à jour du mot de passe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function resetPassword($data) {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$token    = trim($data['token']    ?? '');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$password = trim($data['password'] ?? '');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Validations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(empty($token) || empty($password)) {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json_encode(["status"=&gt;"error",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"message"=&gt;"Missing data"]);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(strlen($password) &lt; 8) {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json_encode(["status"=&gt;"error",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"message"=&gt;"Min 8 characters"]);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Vérifier token : valide + non expiré + non utilisé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$reset = $this-&gt;model-&gt;findValidToken($token);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(!$reset) {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 json_encode(["status"=&gt;"error",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"message"=&gt;"Invalid or expired link"]);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Hash bcrypt + mise à jour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$hashed = password_hash($password,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PASSWORD_DEFAULT);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$this-&gt;model-&gt;updatePassword($reset['email'],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$hashed);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Invalider le token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$this-&gt;model-&gt;markTokenUsed($token);</a:t>
            </a:r>
            <a:endParaRPr lang="en-US" sz="720" dirty="0"/>
          </a:p>
          <a:p>
            <a:pPr indent="0" marL="0">
              <a:buNone/>
            </a:pP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echo json_encode(["status"=&gt;"success",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"message"=&gt;"Password reset successfully"]);</a:t>
            </a:r>
            <a:endParaRPr lang="en-US" sz="720" dirty="0"/>
          </a:p>
          <a:p>
            <a:pPr indent="0" marL="0">
              <a:buNone/>
            </a:pPr>
            <a:r>
              <a:rPr lang="en-US" sz="72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20" dirty="0"/>
          </a:p>
        </p:txBody>
      </p:sp>
      <p:sp>
        <p:nvSpPr>
          <p:cNvPr id="8" name="Shape 6"/>
          <p:cNvSpPr/>
          <p:nvPr/>
        </p:nvSpPr>
        <p:spPr>
          <a:xfrm>
            <a:off x="5806440" y="13258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806440" y="1325880"/>
            <a:ext cx="73152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371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données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1691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+ password obligatoires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2402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806440" y="2240280"/>
            <a:ext cx="73152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2860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findValidToken()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0" y="26060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: exists + !used + !expired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806440" y="31546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06440" y="3154680"/>
            <a:ext cx="73152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password_hash()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35204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Hashage bcrypt PASSWORD_DEFAULT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06440" y="4069080"/>
            <a:ext cx="2971800" cy="804672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06440" y="4069080"/>
            <a:ext cx="73152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markTokenUsed()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0" y="44348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Invalide le token après usage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TT-65 — Tests Complets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1148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950976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invalide (format)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9808" y="124358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: Email invalide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46120" y="9144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FAIL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719072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719072"/>
            <a:ext cx="41148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719072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1755648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inexistant en BDD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2048256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générique (sécurité)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46120" y="1719072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523744"/>
            <a:ext cx="41148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523744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9808" y="2560320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valide soumis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9808" y="285292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reçu avec lien reset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46120" y="2523744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3328416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328416"/>
            <a:ext cx="41148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328416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" y="336499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valide cliqué (&lt;1h)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49808" y="36576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reset password affichée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46120" y="3328416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PASS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133088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74320" y="4133088"/>
            <a:ext cx="41148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133088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49808" y="4169664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expiré (&gt;1h)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9808" y="446227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invalide ou expiré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46120" y="4133088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FAIL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91440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54880" y="914400"/>
            <a:ext cx="41148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914400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30368" y="950976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déjà utilisé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30368" y="124358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invalide ou expiré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26680" y="9144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FAIL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754880" y="1719072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754880" y="1719072"/>
            <a:ext cx="41148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1719072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30368" y="1755648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&lt; 8 caractères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230368" y="2048256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validation frontend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726680" y="1719072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FAIL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54880" y="2523744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754880" y="2523744"/>
            <a:ext cx="411480" cy="6400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0" y="2523744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30368" y="2560320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≠ confirmation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230368" y="285292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do not match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726680" y="2523744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FAIL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754880" y="3328416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754880" y="3328416"/>
            <a:ext cx="411480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0" y="3328416"/>
            <a:ext cx="411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230368" y="3364992"/>
            <a:ext cx="2423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 valide soumis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30368" y="365760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 vers login ✅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26680" y="3328416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PASS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Complet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75488" y="1005840"/>
            <a:ext cx="749808" cy="74980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75488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243584" y="1353312"/>
            <a:ext cx="246888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1755648"/>
            <a:ext cx="18288" cy="16459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Forgot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91640" y="1005840"/>
            <a:ext cx="749808" cy="74980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691640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459736" y="1353312"/>
            <a:ext cx="246888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66544" y="1755648"/>
            <a:ext cx="18288" cy="1645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90472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490472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email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907792" y="1005840"/>
            <a:ext cx="749808" cy="74980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07792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675888" y="1353312"/>
            <a:ext cx="246888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82696" y="1755648"/>
            <a:ext cx="18288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06624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06624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vérifie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BDD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23944" y="1005840"/>
            <a:ext cx="749808" cy="74980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123944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892040" y="1353312"/>
            <a:ext cx="246888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8848" y="1755648"/>
            <a:ext cx="18288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22776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922776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Génère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64ch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340096" y="1005840"/>
            <a:ext cx="749808" cy="74980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340096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108192" y="1353312"/>
            <a:ext cx="246888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15000" y="1755648"/>
            <a:ext cx="18288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38928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138928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l'email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56248" y="1005840"/>
            <a:ext cx="749808" cy="74980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56248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7324344" y="1353312"/>
            <a:ext cx="246888" cy="457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31152" y="1755648"/>
            <a:ext cx="18288" cy="16459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55080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355080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772400" y="1005840"/>
            <a:ext cx="749808" cy="74980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772400" y="1005840"/>
            <a:ext cx="749808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8147304" y="1755648"/>
            <a:ext cx="18288" cy="16459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71232" y="1920240"/>
            <a:ext cx="1170432" cy="914400"/>
          </a:xfrm>
          <a:prstGeom prst="rect">
            <a:avLst/>
          </a:prstGeom>
          <a:solidFill>
            <a:srgbClr val="2A2A3E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571232" y="1920240"/>
            <a:ext cx="11704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MDP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3017520"/>
            <a:ext cx="8595360" cy="640080"/>
          </a:xfrm>
          <a:prstGeom prst="rect">
            <a:avLst/>
          </a:prstGeom>
          <a:solidFill>
            <a:srgbClr val="10B981">
              <a:alpha val="80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—  Mot de passe hashé (bcrypt) mis à jour en BDD · Token marqué comme utilisé · Étudiant redirigé vers Login ✅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74320" y="3840480"/>
            <a:ext cx="859536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8404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Token : bin2hex(random_bytes(32)) · Expiration 1h · Usage unique · Hash bcrypt · Réponse générique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Sécurité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43200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Token aléatoire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4813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bin2hex(random_bytes(32)) — cryptographiquement sécurisé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caractères hexadécimaux impossibles à deviner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14400"/>
            <a:ext cx="274320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Expiration 1 heure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4813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expires_at = time() + 3600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automatiquement rejeté après 1 heure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914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914400"/>
            <a:ext cx="27432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1️⃣  Usage unique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09360" y="14813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= 1 après utilisation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de réutiliser le même lien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834640"/>
            <a:ext cx="274320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834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Hash bcrypt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5760" y="340156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password_hash($pwd, PASSWORD_DEFAULT)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jamais stocké en clair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28346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834640"/>
            <a:ext cx="2743200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2834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  Réponse générique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7560" y="340156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message si email existe ou non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Prévient l'énumération d'emails (anti-brute force)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28346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2834640"/>
            <a:ext cx="274320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2834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Validation double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40156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(React) + Backend (PHP)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couche de validation des données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avec la Tâche Précédente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modifiés 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8412480" cy="822960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2588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2588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✏️  Auth.jsx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7373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page='forgot' + goToForgot() + import ForgotPassword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8412480" cy="822960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3172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31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✏️  login.jsx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prop goToForgot + bouton 'Forgot password'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337560"/>
            <a:ext cx="8412480" cy="822960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3375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33756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✏️  App.jsx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 détection /reset-password + composant ResetPassword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297680"/>
            <a:ext cx="8412480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2976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Fichiers non touchés : register.jsx · Auth.css · database.php · User.php · AuthController.php · login.php · register.php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 l'Équipe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73152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97280" y="914400"/>
            <a:ext cx="68580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91440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74520" y="914400"/>
            <a:ext cx="411480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7452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Fichier(s)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80760" y="914400"/>
            <a:ext cx="324612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91440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Git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1325880"/>
            <a:ext cx="8595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325880"/>
            <a:ext cx="731520" cy="47548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32588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005840" y="1325880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1325880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TT-59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28800" y="1325880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ForgotPassword.jsx + Auth.jsx + login.jsx + App.jsx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35040" y="1380744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13807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TT-59-forgot-password-page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1856232"/>
            <a:ext cx="8595360" cy="475488"/>
          </a:xfrm>
          <a:prstGeom prst="rect">
            <a:avLst/>
          </a:prstGeom>
          <a:solidFill>
            <a:srgbClr val="F3F2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1856232"/>
            <a:ext cx="73152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185623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1856232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" y="185623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828800" y="185623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PasswordResetController.php (structure + verifierEmail)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35040" y="1911096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1911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TT-60-verifier-email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386584"/>
            <a:ext cx="8595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2386584"/>
            <a:ext cx="731520" cy="47548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386584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05840" y="2386584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2386584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28800" y="2386584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PasswordResetController.php (genererToken)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035040" y="2441448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244144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TT-61-generer-token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74320" y="2916936"/>
            <a:ext cx="8595360" cy="475488"/>
          </a:xfrm>
          <a:prstGeom prst="rect">
            <a:avLst/>
          </a:prstGeom>
          <a:solidFill>
            <a:srgbClr val="F3F2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320" y="2916936"/>
            <a:ext cx="731520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916936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05840" y="2916936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5840" y="2916936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TT-62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828800" y="2916936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PasswordReset.php (sendResetEmail) + forgot-password.php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35040" y="2971800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35040" y="29718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TT-62-envoyer-email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3447288"/>
            <a:ext cx="8595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4320" y="3447288"/>
            <a:ext cx="731520" cy="47548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74320" y="3447288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5840" y="3447288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05840" y="344728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TT-63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828800" y="3447288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ResetPassword.jsx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502152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50215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TT-63-reset-password-page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74320" y="3977640"/>
            <a:ext cx="8595360" cy="475488"/>
          </a:xfrm>
          <a:prstGeom prst="rect">
            <a:avLst/>
          </a:prstGeom>
          <a:solidFill>
            <a:srgbClr val="F3F2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74320" y="3977640"/>
            <a:ext cx="731520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397764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6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005840" y="3977640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05840" y="3977640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TT-64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1828800" y="3977640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PasswordResetController.php (resetPassword) + PasswordReset.php + reset-password.php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035040" y="4032504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35040" y="403250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TT-64-update-password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74320" y="4507992"/>
            <a:ext cx="85953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8F5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4320" y="4507992"/>
            <a:ext cx="731520" cy="47548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4320" y="450799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7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005840" y="4507992"/>
            <a:ext cx="777240" cy="475488"/>
          </a:xfrm>
          <a:prstGeom prst="rect">
            <a:avLst/>
          </a:prstGeom>
          <a:solidFill>
            <a:srgbClr val="F0EE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5840" y="450799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TT-65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828800" y="4507992"/>
            <a:ext cx="4160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 tous les cas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035040" y="4562856"/>
            <a:ext cx="2743200" cy="347472"/>
          </a:xfrm>
          <a:prstGeom prst="rect">
            <a:avLst/>
          </a:prstGeom>
          <a:solidFill>
            <a:srgbClr val="1A1A2E"/>
          </a:solidFill>
          <a:ln w="12700">
            <a:solidFill>
              <a:srgbClr val="33335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035040" y="45628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⎇  TT-65-tests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GitHub — Étape par Étape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4023360"/>
          </a:xfrm>
          <a:prstGeom prst="rect">
            <a:avLst/>
          </a:prstGeom>
          <a:solidFill>
            <a:srgbClr val="1A1A2E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0584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Cloner le projet (1 seule fois)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11480" y="119786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https://github.com/Khadher-Dhikra/TP2-Back.git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11480" y="138988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TP2-Back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1480" y="158191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77393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Avant de commencer (TOUJOURS !)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196596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main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1480" y="215798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 origin main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35000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254203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Créer sa branche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73405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TT-59-forgot-password-page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292608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11480" y="311810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Coder son fichier...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11480" y="331012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11480" y="350215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Sauvegarder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11480" y="36941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11480" y="388620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"TT-59 : forgot password page"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1480" y="407822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11480" y="4270248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Envoyer sur GitHub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11480" y="446227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TT-59-forgot-password-page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0" y="987552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987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61888" y="9601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961888" y="11887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Cloner TP2-Back une seule fois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660136" y="1371600"/>
            <a:ext cx="18288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0" y="1536192"/>
            <a:ext cx="384048" cy="38404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0" y="15361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61888" y="1508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61888" y="17373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à jour avant de commencer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60136" y="1920240"/>
            <a:ext cx="18288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0" y="2084832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0" y="2084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61888" y="20574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961888" y="22860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sa branche TT-XX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0136" y="2468880"/>
            <a:ext cx="18288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0" y="2633472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61888" y="26060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961888" y="283464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son fichier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0136" y="3017520"/>
            <a:ext cx="18288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86400" y="318211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0" y="3182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5961888" y="31546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961888" y="33832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Sauvegarder son travail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0136" y="3566160"/>
            <a:ext cx="18288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486400" y="3730752"/>
            <a:ext cx="384048" cy="38404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0" y="3730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961888" y="3703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961888" y="39319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Envoyer sur GitHub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660136" y="4114800"/>
            <a:ext cx="18288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486400" y="4279392"/>
            <a:ext cx="384048" cy="38404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86400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961888" y="42519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 Request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61888" y="44805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le merge au responsable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E1E35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Règle d'or : Ne jamais travailler directement sur main  |  Toujours git pull avant de commencer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 complète · React + PHP · Architecture 3-Tiers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8412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80160"/>
            <a:ext cx="457200" cy="42062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80160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280160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sous-tâches découpées et distribuées à l'équipe (Dev 1 à Dev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8412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783080"/>
            <a:ext cx="457200" cy="42062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783080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1783080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token 64 chars · expiration 1h · usage unique · hash bcrypt · réponse générique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8412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286000"/>
            <a:ext cx="457200" cy="42062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286000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🏗️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2286000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3-tiers : React (frontend) / PHP Controller / MySQL Model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788920"/>
            <a:ext cx="8412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2788920"/>
            <a:ext cx="457200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788920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👥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Git collaboratif : 1 branche par sous-tâche · Pull Request · Merge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291840"/>
            <a:ext cx="8412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3291840"/>
            <a:ext cx="457200" cy="42062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91840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🔗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3291840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dans le projet existant : même DB, même style de code, 3 fichiers modifiés seulement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65760" y="3794760"/>
            <a:ext cx="8412480" cy="420624"/>
          </a:xfrm>
          <a:prstGeom prst="rect">
            <a:avLst/>
          </a:prstGeom>
          <a:solidFill>
            <a:srgbClr val="2A2A3E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794760"/>
            <a:ext cx="457200" cy="42062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794760"/>
            <a:ext cx="4572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🧪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14400" y="3794760"/>
            <a:ext cx="7772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cas de tests couvrant : validation, sécurité, expiration, usage unique, redirection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TopG Team  —  Année universitaire 2024-2025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Réinitialisation du mot de passe</dc:title>
  <dc:subject>PptxGenJS Presentation</dc:subject>
  <dc:creator>PptxGenJS</dc:creator>
  <cp:lastModifiedBy>PptxGenJS</cp:lastModifiedBy>
  <cp:revision>1</cp:revision>
  <dcterms:created xsi:type="dcterms:W3CDTF">2026-04-01T07:58:19Z</dcterms:created>
  <dcterms:modified xsi:type="dcterms:W3CDTF">2026-04-01T07:58:19Z</dcterms:modified>
</cp:coreProperties>
</file>